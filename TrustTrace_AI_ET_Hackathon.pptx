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Space Grotesk" panose="020B0604020202020204" charset="0"/>
      <p:regular r:id="rId16"/>
      <p:bold r:id="rId17"/>
    </p:embeddedFont>
    <p:embeddedFont>
      <p:font typeface="Space Grotesk Medium" panose="020B0604020202020204" charset="0"/>
      <p:regular r:id="rId18"/>
      <p:bold r:id="rId19"/>
    </p:embeddedFont>
    <p:embeddedFont>
      <p:font typeface="Space Grotesk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33a1946e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d33a1946e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1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10614" y="1586805"/>
            <a:ext cx="6170771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TrustTrace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57537" y="2653605"/>
            <a:ext cx="58769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Autonomous Fraud Intelligence Workflow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8050" y="3366045"/>
            <a:ext cx="52959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743325" y="3518445"/>
            <a:ext cx="6858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19625" y="3518445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86325" y="3518445"/>
            <a:ext cx="9048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Explain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981700" y="3518445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248400" y="3518445"/>
            <a:ext cx="10572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Respond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496175" y="3518445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762875" y="3518445"/>
            <a:ext cx="6858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157537" y="4966245"/>
            <a:ext cx="5877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NAME: Code Raiders   |   ET HACKATHON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74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09650" y="1761827"/>
            <a:ext cx="4848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Rising Fraud Complexity: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Surge in sophisticated SMS scams, targeted phishing emails, fake UPI requests, and deceptive job offers.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9650" y="3005435"/>
            <a:ext cx="48482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Limitations of Existing Tools: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Current solutions rely on basic keyword blocking. They only filter spam but fail to explain </a:t>
            </a:r>
            <a:r>
              <a:rPr lang="en-US" sz="1650" b="0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message is dangerous or guide user action.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9650" y="4584203"/>
            <a:ext cx="48482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Intelligence Gap: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require more than simple blocking. They need proactive detection, clear explanation, actionable response protocols, and complete auditability.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66925"/>
            <a:ext cx="52578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79040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03401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612778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Escalating Threat Landscape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854866"/>
            <a:ext cx="348615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854866"/>
            <a:ext cx="348615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854866"/>
            <a:ext cx="348615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868338"/>
            <a:ext cx="348615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2925" y="3868338"/>
            <a:ext cx="348615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4825" y="3868338"/>
            <a:ext cx="3486150" cy="2727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11501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76300" y="1950241"/>
            <a:ext cx="264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Detects Scam Likelihood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2312191"/>
            <a:ext cx="28956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Analyzes incoming message syntax, sentiment, and urgency signals to predict initial fraud probability accurately.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8200" y="11501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648200" y="1950241"/>
            <a:ext cx="261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Retrieves Context (RAG)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48200" y="2312191"/>
            <a:ext cx="28956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Searches enterprise databases for historical, similar fraud cases using vector embeddings to establish malicious intent.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0100" y="115014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8420100" y="1950241"/>
            <a:ext cx="1910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Assigns Final Risk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420100" y="2312191"/>
            <a:ext cx="28956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Aggregates AI analysis and RAG context to classify the threat level accurately as </a:t>
            </a:r>
            <a:r>
              <a:rPr lang="en-US" sz="1200" b="0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or </a:t>
            </a:r>
            <a:r>
              <a:rPr lang="en-US" sz="1200" b="0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76300" y="41636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76300" y="4963713"/>
            <a:ext cx="244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Suggests Safe Actions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76300" y="5325663"/>
            <a:ext cx="28956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Provides immediate, context-aware guidelines on how to handle the suspicious message (e.g., block number, do not click link).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648200" y="41636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4648200" y="4963713"/>
            <a:ext cx="288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Generates Complaint Draft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648200" y="5325663"/>
            <a:ext cx="28956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Autonomously formats a formal report ready to be submitted to internal IT security or national cybercrime portals.</a:t>
            </a:r>
            <a:endParaRPr/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420100" y="41636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8420100" y="4963713"/>
            <a:ext cx="222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Maintains Audit Trail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420100" y="5325663"/>
            <a:ext cx="28956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Logs every reasoning step, data retrieval, and decision made by the AI agents for complete transparency and review.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09650" y="12834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738687" y="128349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53450" y="12834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09650" y="429696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757737" y="4296963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553450" y="429696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581025" y="156634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TrustTrace AI: The Autonomous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78943"/>
            <a:ext cx="52768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88543"/>
            <a:ext cx="52768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98143"/>
            <a:ext cx="52768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07743"/>
            <a:ext cx="52768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417343"/>
            <a:ext cx="52768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6026943"/>
            <a:ext cx="52768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581025" y="581025"/>
            <a:ext cx="554069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Agentic AI?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581025" y="1276679"/>
            <a:ext cx="5277000" cy="14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Fraud detection requires a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multi-agent workflow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not just a standard chatbot. TrustTrace utilizes specialized agents that are autonomous, structured, explainable, and retry-capable.</a:t>
            </a:r>
            <a:endParaRPr/>
          </a:p>
        </p:txBody>
      </p:sp>
      <p:pic>
        <p:nvPicPr>
          <p:cNvPr id="161" name="Google Shape;16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1050" y="3126581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81050" y="3736181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81050" y="4345781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1050" y="4955381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81050" y="5564981"/>
            <a:ext cx="2286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81050" y="6174581"/>
            <a:ext cx="2286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4">
            <a:alphaModFix/>
          </a:blip>
          <a:srcRect l="640" r="-640"/>
          <a:stretch/>
        </p:blipFill>
        <p:spPr>
          <a:xfrm>
            <a:off x="2205037" y="5265390"/>
            <a:ext cx="20478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8662" y="5265390"/>
            <a:ext cx="13335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57912" y="5265390"/>
            <a:ext cx="14763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0037" y="5265390"/>
            <a:ext cx="2066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/>
          <p:nvPr/>
        </p:nvSpPr>
        <p:spPr>
          <a:xfrm>
            <a:off x="1132427" y="3671887"/>
            <a:ext cx="9927145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7246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907940" y="3830984"/>
            <a:ext cx="89011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Input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67196" y="4126259"/>
            <a:ext cx="13716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Suspicious SMS/Email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48098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2503795" y="3830984"/>
            <a:ext cx="8601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Detection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2576661" y="4126259"/>
            <a:ext cx="71437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Initial Parse</a:t>
            </a:r>
            <a:endParaRPr/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28951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4134653" y="3830984"/>
            <a:ext cx="7600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Retrieval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4071788" y="4126259"/>
            <a:ext cx="88582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Vector Search</a:t>
            </a:r>
            <a:endParaRPr/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09803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5740509" y="3830984"/>
            <a:ext cx="71008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Analysis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5547866" y="4126259"/>
            <a:ext cx="109537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Context Mapping</a:t>
            </a:r>
            <a:endParaRPr/>
          </a:p>
        </p:txBody>
      </p:sp>
      <p:pic>
        <p:nvPicPr>
          <p:cNvPr id="189" name="Google Shape;18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90655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306359" y="3830984"/>
            <a:ext cx="7400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Decision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7119193" y="4126259"/>
            <a:ext cx="111442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Risk Classification</a:t>
            </a:r>
            <a:endParaRPr/>
          </a:p>
        </p:txBody>
      </p:sp>
      <p:pic>
        <p:nvPicPr>
          <p:cNvPr id="192" name="Google Shape;19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71508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8972222" y="3830984"/>
            <a:ext cx="5700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757195" y="4126259"/>
            <a:ext cx="100012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Suggest &amp; Draft</a:t>
            </a:r>
            <a:endParaRPr/>
          </a:p>
        </p:txBody>
      </p:sp>
      <p:pic>
        <p:nvPicPr>
          <p:cNvPr id="195" name="Google Shape;19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52360" y="306898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10608081" y="3830984"/>
            <a:ext cx="4600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0571410" y="4126259"/>
            <a:ext cx="5334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 Trail</a:t>
            </a:r>
            <a:endParaRPr/>
          </a:p>
        </p:txBody>
      </p:sp>
      <p:pic>
        <p:nvPicPr>
          <p:cNvPr id="198" name="Google Shape;19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52983" y="324043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19548" y="324043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14688" y="324043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81253" y="324043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576393" y="324043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57245" y="324043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738098" y="324043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 &amp; Workflow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81025" y="1737550"/>
            <a:ext cx="1053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Real-Time UI Capabilities: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395720" y="2270950"/>
            <a:ext cx="92151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Risk Classification &amp; Confidence: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 indicators for threat levels with AI confidence scoring.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395720" y="3514557"/>
            <a:ext cx="9215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Scam Indicators: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Highlighted exact phrases and urgency triggers.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395720" y="4423004"/>
            <a:ext cx="9215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Similar Fraud Cases: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Displays matched historical records retrieved via RAG.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395720" y="5331450"/>
            <a:ext cx="9215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Outputs: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Suggested safety actions and a 1-click complaint draft export.</a:t>
            </a:r>
            <a:endParaRPr/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899" y="2392662"/>
            <a:ext cx="208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899" y="3636269"/>
            <a:ext cx="208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899" y="4544716"/>
            <a:ext cx="208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899" y="5453162"/>
            <a:ext cx="2082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Intelligence Dashboard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67037"/>
            <a:ext cx="5324475" cy="2706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67037"/>
            <a:ext cx="5324475" cy="270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581025" y="2250876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Assuming a volume of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1,000 suspicious messages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processed per day by a SOC team.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71550" y="3505200"/>
            <a:ext cx="45434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Resolution Time per Alert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71550" y="4935735"/>
            <a:ext cx="45434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Manual Review vs. TrustTrace AI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677025" y="3452812"/>
            <a:ext cx="45434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Monthly Analyst Hours Saved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677025" y="3938587"/>
            <a:ext cx="454342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1,125 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677025" y="4788098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Time recovered for complex threat hunting (37.5 hrs/day)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2176462" y="4305300"/>
            <a:ext cx="8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3 min</a:t>
            </a:r>
            <a:endParaRPr sz="2800"/>
          </a:p>
        </p:txBody>
      </p:sp>
      <p:sp>
        <p:nvSpPr>
          <p:cNvPr id="237" name="Google Shape;237;p19"/>
          <p:cNvSpPr txBox="1"/>
          <p:nvPr/>
        </p:nvSpPr>
        <p:spPr>
          <a:xfrm>
            <a:off x="3262295" y="3990975"/>
            <a:ext cx="1479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45s</a:t>
            </a:r>
            <a:endParaRPr/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10117" y="42814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Quantifying the Business Impact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1816" y="1546919"/>
            <a:ext cx="3714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555" y="1546919"/>
            <a:ext cx="3714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51816" y="2337494"/>
            <a:ext cx="37147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6555" y="2337494"/>
            <a:ext cx="37147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1809750" y="3318569"/>
            <a:ext cx="533400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"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995487" y="3890069"/>
            <a:ext cx="8201025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From suspicious message to safe action — autonomously.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86025" y="175170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91275" y="175170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86025" y="254228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91275" y="2542282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3826933" y="2665500"/>
            <a:ext cx="4699000" cy="15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 Link: https://github.com/jiya-19/Trust-Trace-AI</a:t>
            </a:r>
            <a:endParaRPr sz="16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Widescreen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Space Grotesk SemiBold</vt:lpstr>
      <vt:lpstr>Space Grotesk</vt:lpstr>
      <vt:lpstr>Inter</vt:lpstr>
      <vt:lpstr>Calibri</vt:lpstr>
      <vt:lpstr>Arial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Jiya Raval</cp:lastModifiedBy>
  <cp:revision>1</cp:revision>
  <dcterms:modified xsi:type="dcterms:W3CDTF">2026-03-29T05:32:35Z</dcterms:modified>
</cp:coreProperties>
</file>